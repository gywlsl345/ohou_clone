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ko-KR" alt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</a:t>
            </a:r>
            <a:r>
              <a:rPr lang="en-US" altLang="ko-KR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</a:t>
            </a:r>
            <a:r>
              <a:rPr lang="ko-KR" alt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</a:t>
            </a:r>
            <a:r>
              <a:rPr lang="en-US" altLang="ko-KR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ko-KR" altLang="en-US" sz="13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길효진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11777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ko-KR" altLang="en-US" sz="13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윤기영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해결하고자 했는가?</a:t>
            </a:r>
            <a:endParaRPr lang="en-US" sz="900" dirty="0"/>
          </a:p>
          <a:p>
            <a:pPr marL="0" indent="0">
              <a:buNone/>
            </a:pP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차세대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BSS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구축 프로젝트 기획 단계에서 개발 전달을 위한 업무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작성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검토하고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있음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시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뿐만 아니라 연결된 요구사항 정의서와 업무 매뉴얼을 함께 확인해야 하나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검토자의 경험과 판단에 의존하는 부분이 큼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b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이로 인해 요구사항 </a:t>
            </a:r>
            <a:r>
              <a:rPr lang="ko-KR" altLang="en-US" sz="9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미반영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Activity·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분기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데이터 연결 부족 등 주요 이슈를 사전에 놓칠 수 있음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문제가 중요한가? (비즈니스 임팩트)</a:t>
            </a:r>
            <a:endParaRPr lang="en-US" sz="900" dirty="0"/>
          </a:p>
          <a:p>
            <a:pPr marL="0" indent="0">
              <a:buNone/>
            </a:pP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불완전한 업무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후속 설계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단계로 전달되면 추가 확인 및 수정이 반복됨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b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관련 문서를 함께 분석하여 일관된 기준으로 검토할 수 있는 체계가 필요함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연관 요구사항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매뉴얼을 자동 분석하여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/ Step / Data Flow / SB Readiness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관점에서 누락 및 보완사항을 검토하고 판단 근거를 제공하는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업무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서비스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구성:</a:t>
            </a:r>
            <a:endParaRPr lang="en-US" sz="900" dirty="0"/>
          </a:p>
          <a:p>
            <a:pPr marL="0" indent="0">
              <a:buNone/>
            </a:pP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Requirement Agent [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요구사항 반영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] · Step Agent [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업무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Step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누락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] · Data Flow Agent [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핵심 데이터 흐름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] · SB Readiness Agent [SB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작성 정보 </a:t>
            </a:r>
            <a:r>
              <a:rPr lang="ko-KR" altLang="en-US" sz="900" dirty="0" err="1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충분성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]</a:t>
            </a:r>
            <a:b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</a:b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→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전문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Agent 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간 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Cross Review → Review Judge Agent [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종합 판단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·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재검토 결정</a:t>
            </a:r>
            <a:r>
              <a:rPr lang="en-US" altLang="ko-KR" sz="9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]</a:t>
            </a:r>
            <a: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기술 스택: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/ </a:t>
            </a:r>
            <a:r>
              <a:rPr lang="en-US" sz="9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Azure </a:t>
            </a:r>
            <a:r>
              <a:rPr lang="en-US" sz="9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Chroma Vector DB / RAG / Confluence REST API / </a:t>
            </a:r>
            <a:r>
              <a:rPr lang="en-US" sz="900" dirty="0" err="1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검토 항목 </a:t>
            </a:r>
            <a:r>
              <a:rPr lang="ko-KR" altLang="en-US" sz="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발견율</a:t>
            </a:r>
            <a:b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(PoC </a:t>
            </a:r>
            <a:r>
              <a:rPr lang="ko-KR" altLang="en-US" sz="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평가셋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핵심 검토 항목 </a:t>
            </a:r>
            <a:r>
              <a:rPr lang="ko-KR" altLang="en-US" sz="80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발견율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A365D"/>
                </a:solidFill>
                <a:latin typeface="Arial" pitchFamily="34" charset="0"/>
                <a:cs typeface="Arial" pitchFamily="34" charset="-120"/>
              </a:rPr>
              <a:t>불필요한 반복 검토 </a:t>
            </a:r>
            <a:r>
              <a:rPr lang="ko-KR" altLang="en-US" sz="1200" b="1" dirty="0">
                <a:solidFill>
                  <a:srgbClr val="1A365D"/>
                </a:solidFill>
                <a:latin typeface="Arial" pitchFamily="34" charset="0"/>
                <a:cs typeface="Arial" pitchFamily="34" charset="-120"/>
              </a:rPr>
              <a:t>최소화</a:t>
            </a:r>
            <a:endParaRPr lang="en-US" dirty="0"/>
          </a:p>
          <a:p>
            <a:pPr marL="0" indent="0" algn="ctr">
              <a:buNone/>
            </a:pP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Review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및 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기반 필요한 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선택적 재검토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83.3%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</a:t>
            </a:r>
            <a:r>
              <a:rPr lang="en-US" altLang="ko-KR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</a:t>
            </a: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시간 단축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</a:t>
            </a: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근거를 기반으로 </a:t>
            </a:r>
            <a:b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</a:t>
            </a: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</a:t>
            </a:r>
            <a:r>
              <a:rPr lang="ko-KR" altLang="en-US" sz="95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교차검증하고</a:t>
            </a: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b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스스로 판단하여 </a:t>
            </a:r>
            <a:b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검토만 반복 수행하는 자율 검토 </a:t>
            </a:r>
            <a:r>
              <a:rPr lang="en-US" altLang="ko-KR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chemeClr val="bg1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Multi-Agent</a:t>
            </a:r>
            <a:r>
              <a:rPr lang="ko-KR" alt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검토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Cross Review, Judge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및 재검토가 조건에 따라 반복되는 구조이므로 단순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보다 상태 기반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제어가 필요했음</a:t>
            </a: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활용:</a:t>
            </a:r>
            <a:endParaRPr lang="en-US" sz="850" dirty="0"/>
          </a:p>
          <a:p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결과와 실행 이력을 유지하고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Routing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필요한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선택적 재검토 및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검색을 동적으로 제어함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Debate(MAD) + Role-based Cross Review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</a:t>
            </a: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이유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850" b="1" dirty="0"/>
              <a:t>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전문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독립적인 판단만으로는 가설의 적절성을 다른 업무 관점에서 검증하기 어려웠으며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 자유 대화형 토론은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 의견이 유사하게 수렴하는 한계가 있어 역할 기반 교차검토 구조로 설계함</a:t>
            </a:r>
            <a:endParaRPr lang="en-US" altLang="ko-KR" sz="850" dirty="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850" b="1" dirty="0"/>
              <a:t>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Review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 가설을 </a:t>
            </a:r>
            <a:r>
              <a:rPr lang="ko-KR" altLang="en-US" sz="8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교차검증하고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판단에 활용함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Evidence RAG + Chroma Vector DB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이유:</a:t>
            </a:r>
            <a:endParaRPr lang="en-US" sz="850" dirty="0"/>
          </a:p>
          <a:p>
            <a:pPr marL="0" indent="0">
              <a:buNone/>
            </a:pP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매뉴얼 원문에는 업무 정보와 시스템 구현 정보가 혼재되어 있어 원문 전체를 그대로 검토 근거로 활용하기 어려웠음</a:t>
            </a:r>
            <a:endParaRPr lang="en-US" sz="85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85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</a:t>
            </a: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포인트:</a:t>
            </a:r>
            <a:endParaRPr lang="en-US" sz="850" dirty="0"/>
          </a:p>
          <a:p>
            <a:pPr marL="0" indent="0">
              <a:buNone/>
            </a:pP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Evidence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저장하고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Metadata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기반으로 관련 업무 근거를 우선 검색함</a:t>
            </a:r>
            <a:endParaRPr lang="en-US" sz="85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0B15FE00-CE41-44BA-B77A-15EC8ED62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681777"/>
            <a:ext cx="4565350" cy="4255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ko-KR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서로 다른 전문 </a:t>
            </a:r>
            <a:r>
              <a:rPr lang="en-US" altLang="ko-K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판단을 어떻게 </a:t>
            </a:r>
            <a:r>
              <a:rPr lang="ko-KR" altLang="en-US" sz="1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교차검증하고</a:t>
            </a:r>
            <a:r>
              <a:rPr lang="en-US" altLang="ko-K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 검토만 동적으로 반복할 것인가</a:t>
            </a:r>
            <a:r>
              <a:rPr lang="en-US" altLang="ko-KR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?”</a:t>
            </a:r>
            <a:endParaRPr lang="en-US" sz="1000" dirty="0"/>
          </a:p>
          <a:p>
            <a:pPr marL="0" indent="0">
              <a:buNone/>
            </a:pPr>
            <a:r>
              <a:rPr lang="ko-KR" alt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</a:t>
            </a:r>
            <a:r>
              <a:rPr lang="en-US" altLang="ko-KR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독립적으로 실행하는 것만으로는 유사한 가설이 중복되거나 최초 판단의 적절성을 다른 관점에서 검증하기 어려웠으며</a:t>
            </a:r>
            <a:r>
              <a:rPr lang="en-US" altLang="ko-KR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</a:t>
            </a:r>
            <a:r>
              <a:rPr lang="en-US" altLang="ko-KR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반복 실행하면 불필요한 재검토와 반복 실행이 발생할 수 있음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pPr marL="0" indent="0">
              <a:buNone/>
            </a:pP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전문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독립적으로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 가설을 생성한 후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Multi-Agent Debate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역할 기반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Review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방식으로 구성하여 다른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가설을 </a:t>
            </a:r>
            <a:r>
              <a:rPr lang="ko-KR" altLang="en-US" sz="8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교차검증하도록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설계함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이후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Judge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현재 결과와 근거를 종합하여 추가 검토가 필요한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또는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검색을 동적으로 선택하도록 구현함</a:t>
            </a: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알고리즘 / 아키텍처 결정</a:t>
            </a:r>
            <a:endParaRPr lang="en-US" sz="900" dirty="0"/>
          </a:p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자유 대화형 토론이 아닌 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Cross Review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방식으로 구현하고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8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Conditional Routing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통해 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Re-Review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구성함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altLang="ko-KR" sz="8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8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ax_agent_retries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및 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Guard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적용하여 동일 </a:t>
            </a: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Agent·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판단의 반복 실행을 제한함</a:t>
            </a:r>
            <a:endParaRPr lang="en-US" sz="900" dirty="0"/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접근이 필요했는가?</a:t>
            </a:r>
            <a:endParaRPr lang="en-US" sz="900" dirty="0"/>
          </a:p>
          <a:p>
            <a:pPr marL="0" indent="0">
              <a:buNone/>
            </a:pP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고정된 순서로 반복 실행하는 방식보다 현재 판단에 필요한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선택적으로 재검토함으로써 전문 관점 간 교차검증은 유지하면서 불필요한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호출과 </a:t>
            </a:r>
            <a:r>
              <a:rPr lang="en-US" altLang="ko-KR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Loop</a:t>
            </a:r>
            <a:r>
              <a:rPr lang="ko-KR" alt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최소화할 수 있음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12</a:t>
              </a:r>
              <a:r>
                <a:rPr lang="ko-KR" altLang="en-US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건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850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Multi-Agent Cross Review </a:t>
              </a:r>
              <a:r>
                <a:rPr lang="ko-KR" altLang="en-US" sz="850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검증</a:t>
              </a:r>
              <a:endParaRPr lang="en-US" altLang="ko-KR" sz="850" b="1" dirty="0">
                <a:solidFill>
                  <a:srgbClr val="1A365D"/>
                </a:solidFill>
                <a:latin typeface="Arial" pitchFamily="34" charset="0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가설 병합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보완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반박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Reviewer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선택 동작 확인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(12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건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/12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건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4</a:t>
              </a:r>
              <a:r>
                <a:rPr lang="ko-KR" altLang="en-US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개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Judge Action </a:t>
              </a:r>
              <a:r>
                <a:rPr lang="ko-KR" alt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선택 검증</a:t>
              </a:r>
              <a:endParaRPr lang="en-US" altLang="ko-KR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ko-KR" altLang="en-US" sz="750" dirty="0" err="1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상황별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기대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과 실제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일치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(4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/4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개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9</a:t>
              </a:r>
              <a:r>
                <a:rPr lang="ko-KR" altLang="en-US" sz="1800" b="1" dirty="0">
                  <a:solidFill>
                    <a:srgbClr val="1A365D"/>
                  </a:solidFill>
                  <a:latin typeface="Arial" pitchFamily="34" charset="0"/>
                  <a:cs typeface="Arial" pitchFamily="34" charset="-120"/>
                </a:rPr>
                <a:t>건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ko-KR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Dynamic Re-Review </a:t>
              </a:r>
              <a:r>
                <a:rPr lang="ko-KR" alt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검증</a:t>
              </a:r>
              <a:endParaRPr lang="en-US" altLang="ko-KR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  <a:p>
              <a:pPr marL="0" indent="0">
                <a:buNone/>
              </a:pP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필요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Agent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선택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재검토 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· 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중복 재실행 방지 확인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(9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건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/9</a:t>
              </a:r>
              <a:r>
                <a:rPr lang="ko-KR" altLang="en-US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건</a:t>
              </a:r>
              <a:r>
                <a:rPr lang="en-US" altLang="ko-KR" sz="750" dirty="0">
                  <a:solidFill>
                    <a:srgbClr val="66666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1144</Words>
  <Application>Microsoft Office PowerPoint</Application>
  <PresentationFormat>화면 슬라이드 쇼(16:9)</PresentationFormat>
  <Paragraphs>84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Administrator</cp:lastModifiedBy>
  <cp:revision>45</cp:revision>
  <dcterms:created xsi:type="dcterms:W3CDTF">2026-03-16T07:29:48Z</dcterms:created>
  <dcterms:modified xsi:type="dcterms:W3CDTF">2026-09-17T04:30:23Z</dcterms:modified>
</cp:coreProperties>
</file>